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esh Dhikale" userId="7b1387513de2e251" providerId="LiveId" clId="{C48429BB-0C70-48EC-AE60-13829301EB8C}"/>
    <pc:docChg chg="custSel modSld">
      <pc:chgData name="Aadesh Dhikale" userId="7b1387513de2e251" providerId="LiveId" clId="{C48429BB-0C70-48EC-AE60-13829301EB8C}" dt="2026-08-30T14:05:17.645" v="18" actId="22"/>
      <pc:docMkLst>
        <pc:docMk/>
      </pc:docMkLst>
      <pc:sldChg chg="addSp modSp mod">
        <pc:chgData name="Aadesh Dhikale" userId="7b1387513de2e251" providerId="LiveId" clId="{C48429BB-0C70-48EC-AE60-13829301EB8C}" dt="2026-08-30T14:04:56.145" v="9" actId="2085"/>
        <pc:sldMkLst>
          <pc:docMk/>
          <pc:sldMk cId="0" sldId="256"/>
        </pc:sldMkLst>
        <pc:spChg chg="add mod">
          <ac:chgData name="Aadesh Dhikale" userId="7b1387513de2e251" providerId="LiveId" clId="{C48429BB-0C70-48EC-AE60-13829301EB8C}" dt="2026-08-30T14:04:56.145" v="9" actId="2085"/>
          <ac:spMkLst>
            <pc:docMk/>
            <pc:sldMk cId="0" sldId="256"/>
            <ac:spMk id="6" creationId="{A9B757C2-57AB-2AA0-094E-1D2567FFEAA4}"/>
          </ac:spMkLst>
        </pc:spChg>
      </pc:sldChg>
      <pc:sldChg chg="addSp mod">
        <pc:chgData name="Aadesh Dhikale" userId="7b1387513de2e251" providerId="LiveId" clId="{C48429BB-0C70-48EC-AE60-13829301EB8C}" dt="2026-08-30T14:04:59.874" v="10" actId="22"/>
        <pc:sldMkLst>
          <pc:docMk/>
          <pc:sldMk cId="0" sldId="257"/>
        </pc:sldMkLst>
        <pc:spChg chg="add">
          <ac:chgData name="Aadesh Dhikale" userId="7b1387513de2e251" providerId="LiveId" clId="{C48429BB-0C70-48EC-AE60-13829301EB8C}" dt="2026-08-30T14:04:59.874" v="10" actId="22"/>
          <ac:spMkLst>
            <pc:docMk/>
            <pc:sldMk cId="0" sldId="257"/>
            <ac:spMk id="14" creationId="{4D6C5561-7C79-A25C-4562-CCC0D7F700E2}"/>
          </ac:spMkLst>
        </pc:spChg>
      </pc:sldChg>
      <pc:sldChg chg="addSp modSp mod">
        <pc:chgData name="Aadesh Dhikale" userId="7b1387513de2e251" providerId="LiveId" clId="{C48429BB-0C70-48EC-AE60-13829301EB8C}" dt="2026-08-30T14:05:01.905" v="11" actId="22"/>
        <pc:sldMkLst>
          <pc:docMk/>
          <pc:sldMk cId="0" sldId="258"/>
        </pc:sldMkLst>
        <pc:spChg chg="mod">
          <ac:chgData name="Aadesh Dhikale" userId="7b1387513de2e251" providerId="LiveId" clId="{C48429BB-0C70-48EC-AE60-13829301EB8C}" dt="2026-08-30T14:04:25.784" v="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adesh Dhikale" userId="7b1387513de2e251" providerId="LiveId" clId="{C48429BB-0C70-48EC-AE60-13829301EB8C}" dt="2026-08-30T14:04:17.264" v="3" actId="20577"/>
          <ac:spMkLst>
            <pc:docMk/>
            <pc:sldMk cId="0" sldId="258"/>
            <ac:spMk id="5" creationId="{00000000-0000-0000-0000-000000000000}"/>
          </ac:spMkLst>
        </pc:spChg>
        <pc:spChg chg="add">
          <ac:chgData name="Aadesh Dhikale" userId="7b1387513de2e251" providerId="LiveId" clId="{C48429BB-0C70-48EC-AE60-13829301EB8C}" dt="2026-08-30T14:05:01.905" v="11" actId="22"/>
          <ac:spMkLst>
            <pc:docMk/>
            <pc:sldMk cId="0" sldId="258"/>
            <ac:spMk id="8" creationId="{74031574-F6E6-1EA5-7E73-7DAA4BBB2A5D}"/>
          </ac:spMkLst>
        </pc:spChg>
      </pc:sldChg>
      <pc:sldChg chg="addSp mod">
        <pc:chgData name="Aadesh Dhikale" userId="7b1387513de2e251" providerId="LiveId" clId="{C48429BB-0C70-48EC-AE60-13829301EB8C}" dt="2026-08-30T14:05:04.295" v="12" actId="22"/>
        <pc:sldMkLst>
          <pc:docMk/>
          <pc:sldMk cId="0" sldId="259"/>
        </pc:sldMkLst>
        <pc:spChg chg="add">
          <ac:chgData name="Aadesh Dhikale" userId="7b1387513de2e251" providerId="LiveId" clId="{C48429BB-0C70-48EC-AE60-13829301EB8C}" dt="2026-08-30T14:05:04.295" v="12" actId="22"/>
          <ac:spMkLst>
            <pc:docMk/>
            <pc:sldMk cId="0" sldId="259"/>
            <ac:spMk id="10" creationId="{44476E45-0E3B-4FBF-E401-F2E100943016}"/>
          </ac:spMkLst>
        </pc:spChg>
      </pc:sldChg>
      <pc:sldChg chg="addSp mod">
        <pc:chgData name="Aadesh Dhikale" userId="7b1387513de2e251" providerId="LiveId" clId="{C48429BB-0C70-48EC-AE60-13829301EB8C}" dt="2026-08-30T14:05:06.541" v="13" actId="22"/>
        <pc:sldMkLst>
          <pc:docMk/>
          <pc:sldMk cId="0" sldId="260"/>
        </pc:sldMkLst>
        <pc:spChg chg="add">
          <ac:chgData name="Aadesh Dhikale" userId="7b1387513de2e251" providerId="LiveId" clId="{C48429BB-0C70-48EC-AE60-13829301EB8C}" dt="2026-08-30T14:05:06.541" v="13" actId="22"/>
          <ac:spMkLst>
            <pc:docMk/>
            <pc:sldMk cId="0" sldId="260"/>
            <ac:spMk id="8" creationId="{08644529-907D-D2B9-531D-4D6F001F58DE}"/>
          </ac:spMkLst>
        </pc:spChg>
      </pc:sldChg>
      <pc:sldChg chg="addSp mod">
        <pc:chgData name="Aadesh Dhikale" userId="7b1387513de2e251" providerId="LiveId" clId="{C48429BB-0C70-48EC-AE60-13829301EB8C}" dt="2026-08-30T14:05:08.763" v="14" actId="22"/>
        <pc:sldMkLst>
          <pc:docMk/>
          <pc:sldMk cId="0" sldId="261"/>
        </pc:sldMkLst>
        <pc:spChg chg="add">
          <ac:chgData name="Aadesh Dhikale" userId="7b1387513de2e251" providerId="LiveId" clId="{C48429BB-0C70-48EC-AE60-13829301EB8C}" dt="2026-08-30T14:05:08.763" v="14" actId="22"/>
          <ac:spMkLst>
            <pc:docMk/>
            <pc:sldMk cId="0" sldId="261"/>
            <ac:spMk id="13" creationId="{AE37FB7C-C0B8-66CB-8EC5-650A2B609D62}"/>
          </ac:spMkLst>
        </pc:spChg>
      </pc:sldChg>
      <pc:sldChg chg="addSp mod">
        <pc:chgData name="Aadesh Dhikale" userId="7b1387513de2e251" providerId="LiveId" clId="{C48429BB-0C70-48EC-AE60-13829301EB8C}" dt="2026-08-30T14:05:11.130" v="15" actId="22"/>
        <pc:sldMkLst>
          <pc:docMk/>
          <pc:sldMk cId="0" sldId="262"/>
        </pc:sldMkLst>
        <pc:spChg chg="add">
          <ac:chgData name="Aadesh Dhikale" userId="7b1387513de2e251" providerId="LiveId" clId="{C48429BB-0C70-48EC-AE60-13829301EB8C}" dt="2026-08-30T14:05:11.130" v="15" actId="22"/>
          <ac:spMkLst>
            <pc:docMk/>
            <pc:sldMk cId="0" sldId="262"/>
            <ac:spMk id="9" creationId="{5DA5CC38-F99B-F78F-C053-2E47BF24D81D}"/>
          </ac:spMkLst>
        </pc:spChg>
      </pc:sldChg>
      <pc:sldChg chg="addSp mod">
        <pc:chgData name="Aadesh Dhikale" userId="7b1387513de2e251" providerId="LiveId" clId="{C48429BB-0C70-48EC-AE60-13829301EB8C}" dt="2026-08-30T14:05:13.274" v="16" actId="22"/>
        <pc:sldMkLst>
          <pc:docMk/>
          <pc:sldMk cId="0" sldId="263"/>
        </pc:sldMkLst>
        <pc:spChg chg="add">
          <ac:chgData name="Aadesh Dhikale" userId="7b1387513de2e251" providerId="LiveId" clId="{C48429BB-0C70-48EC-AE60-13829301EB8C}" dt="2026-08-30T14:05:13.274" v="16" actId="22"/>
          <ac:spMkLst>
            <pc:docMk/>
            <pc:sldMk cId="0" sldId="263"/>
            <ac:spMk id="7" creationId="{A81106B7-FEB0-8479-0DE7-C361F431E9FD}"/>
          </ac:spMkLst>
        </pc:spChg>
      </pc:sldChg>
      <pc:sldChg chg="addSp mod">
        <pc:chgData name="Aadesh Dhikale" userId="7b1387513de2e251" providerId="LiveId" clId="{C48429BB-0C70-48EC-AE60-13829301EB8C}" dt="2026-08-30T14:05:15.375" v="17" actId="22"/>
        <pc:sldMkLst>
          <pc:docMk/>
          <pc:sldMk cId="0" sldId="264"/>
        </pc:sldMkLst>
        <pc:spChg chg="add">
          <ac:chgData name="Aadesh Dhikale" userId="7b1387513de2e251" providerId="LiveId" clId="{C48429BB-0C70-48EC-AE60-13829301EB8C}" dt="2026-08-30T14:05:15.375" v="17" actId="22"/>
          <ac:spMkLst>
            <pc:docMk/>
            <pc:sldMk cId="0" sldId="264"/>
            <ac:spMk id="14" creationId="{10E8B1CE-6094-3BB8-D961-C6F56E75A732}"/>
          </ac:spMkLst>
        </pc:spChg>
      </pc:sldChg>
      <pc:sldChg chg="addSp mod">
        <pc:chgData name="Aadesh Dhikale" userId="7b1387513de2e251" providerId="LiveId" clId="{C48429BB-0C70-48EC-AE60-13829301EB8C}" dt="2026-08-30T14:05:17.645" v="18" actId="22"/>
        <pc:sldMkLst>
          <pc:docMk/>
          <pc:sldMk cId="0" sldId="265"/>
        </pc:sldMkLst>
        <pc:spChg chg="add">
          <ac:chgData name="Aadesh Dhikale" userId="7b1387513de2e251" providerId="LiveId" clId="{C48429BB-0C70-48EC-AE60-13829301EB8C}" dt="2026-08-30T14:05:17.645" v="18" actId="22"/>
          <ac:spMkLst>
            <pc:docMk/>
            <pc:sldMk cId="0" sldId="265"/>
            <ac:spMk id="9" creationId="{B4AFFCA3-EA2A-9ABC-9459-3FFDEDAD34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9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158" y="1525984"/>
            <a:ext cx="3131166" cy="17553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35648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IKEA – Customer Retention &amp; Experience Analysis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502959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 Aadesh Dhikale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757C2-57AB-2AA0-094E-1D2567FFEAA4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466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Retention Crisis: 58% Never Return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1142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70678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Abandonment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11546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Urban first-time buyers abandon IKEA within 12 months of purchase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1142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70678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Competitive Threat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11546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Pepperfry and Urban Ladder are actively converting these lost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070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Surge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0111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Post-purchase support tickets up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24% YoY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signaling deeper experience gaps</a:t>
            </a:r>
            <a:endParaRPr lang="en-US" sz="14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C5561-7C79-A25C-4562-CCC0D7F700E2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72208"/>
            <a:ext cx="6903269" cy="3913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26306" y="539601"/>
            <a:ext cx="3504219" cy="1410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Customers Leave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315712" y="2502892"/>
            <a:ext cx="32207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"Too Far, Too Overwhelming, Too Effortful"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11931" y="2332831"/>
            <a:ext cx="4571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8032251" y="3490416"/>
            <a:ext cx="3504219" cy="25515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 surveys reveal consistent pain points — yet never formally analyzed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and store teams operate in silos; no shared retention metric exists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Fragmented data prevents a unified understanding of the customer journey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31574-F6E6-1EA5-7E73-7DAA4BBB2A5D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Support Ticket Surge: 24% YoY Increase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 Causes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Assembly issues, missing parts, and delivery delays dominate the complaint pipeline — yet the current model remains entirely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reactive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573661"/>
            <a:ext cx="5203794" cy="1644253"/>
          </a:xfrm>
          <a:prstGeom prst="roundRect">
            <a:avLst>
              <a:gd name="adj" fmla="val 482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386040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790950"/>
            <a:ext cx="440053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Reactive support drains resources without addressing root causes. Mining FAQs from tickets can surface the top recurring issues and drive proactive fixes.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476E45-0E3B-4FBF-E401-F2E100943016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88245"/>
            <a:ext cx="89741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044898"/>
            <a:ext cx="12801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Opportunity Areas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actionable initiatives to reverse the retention crisis and rebuild customer loyalty.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44529-907D-D2B9-531D-4D6F001F58DE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701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Post-Purchase Engagement: Capture Insights, Drive Loyalty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9633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0505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Follow-Ups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1373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follow-up calls and after-sales surveys within 30 days of purchase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96332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0505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Feedback Assessment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1373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product performance, pain points, and overall purchase experience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19633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0505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Campaigns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313734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targeted re-engagement campaigns grounded in real customer feedback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7FB7C-C0B8-66CB-8EC5-650A2B609D62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8871"/>
            <a:ext cx="3537060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Optimization: Self-Help at Scale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696964"/>
            <a:ext cx="3537060" cy="1632347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video tutorials and self-help guides for assembly and common issues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ticket volume and improve first-contact resolution rates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operational costs while measurably improving customer satisfaction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497983"/>
            <a:ext cx="3537060" cy="1372394"/>
          </a:xfrm>
          <a:prstGeom prst="roundRect">
            <a:avLst>
              <a:gd name="adj" fmla="val 5152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6" y="4726880"/>
            <a:ext cx="210338" cy="1682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8355" y="4674989"/>
            <a:ext cx="2821909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Shifting to a self-service model can deflect up to 40% of inbound support volume, freeing agents for complex cases.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640" y="1467346"/>
            <a:ext cx="6920831" cy="39233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A5CC38-F99B-F78F-C053-2E47BF24D81D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Accessibility &amp; Quick-Commerce Expansion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3930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Reducing Friction, Expanding Reach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541812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Survey store reach and identify convenience barriers across urban markets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 with quick-commerce platforms for small-ticket, fast-delivery items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perceived effort and expand the addressable customer base</a:t>
            </a:r>
            <a:endParaRPr lang="en-US" sz="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106B7-FEB0-8479-0DE7-C361F431E9FD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In-Store Experience Audit: Comfort Drives Conversion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0435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 Survey Deep-Dive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540435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Formally analyze existing exit survey data to identify and rank top in-store pain points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0435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Amenity Evaluation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5540435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staff guidance, water stations, seating, washrooms, and baby-care facilities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0435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Improvements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5540435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targeted fixes for navigation clarity and physical comfort to boost dwell time and conversion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8B1CE-6094-3BB8-D961-C6F56E75A732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4469"/>
            <a:ext cx="6931050" cy="39290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0659" y="959445"/>
            <a:ext cx="3555812" cy="1956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Pricing &amp; Marketing: Reinforce Value, Attract New Buyers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980659" y="3045619"/>
            <a:ext cx="3555812" cy="1692970"/>
          </a:xfrm>
          <a:prstGeom prst="rect">
            <a:avLst/>
          </a:prstGeom>
          <a:noFill/>
          <a:ln/>
        </p:spPr>
        <p:txBody>
          <a:bodyPr wrap="square" lIns="0" tIns="62612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"Best Price Everyday"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campaigns to attract price-conscious first-time customers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 value perception and sharpen competitive positioning against Pepperfry and Urban Ladder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messaging consistently across digital and in-store channels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80659" y="4884341"/>
            <a:ext cx="3555812" cy="998041"/>
          </a:xfrm>
          <a:prstGeom prst="roundRect">
            <a:avLst>
              <a:gd name="adj" fmla="val 6587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123" y="5081191"/>
            <a:ext cx="195654" cy="156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9242" y="5040015"/>
            <a:ext cx="2890765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value messaging across touchpoints is critical to rebuilding trust and driving the first repeat purchase.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FFCA3-EA2A-9ABC-9459-3FFDEDAD34C1}"/>
              </a:ext>
            </a:extLst>
          </p:cNvPr>
          <p:cNvSpPr/>
          <p:nvPr/>
        </p:nvSpPr>
        <p:spPr>
          <a:xfrm>
            <a:off x="11060264" y="6543923"/>
            <a:ext cx="1079540" cy="314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Widescreen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Aadesh Dhikale</cp:lastModifiedBy>
  <cp:revision>1</cp:revision>
  <dcterms:created xsi:type="dcterms:W3CDTF">2026-08-30T14:01:07Z</dcterms:created>
  <dcterms:modified xsi:type="dcterms:W3CDTF">2026-08-30T14:05:23Z</dcterms:modified>
</cp:coreProperties>
</file>